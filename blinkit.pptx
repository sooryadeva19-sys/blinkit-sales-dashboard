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f7b4b96a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f7b4b96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f7b4b96a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f7b4b96a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f7b4b96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f7b4b96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f7b4b96a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f7b4b96a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f7b4b96a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f7b4b96a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f7b4b96a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f7b4b96a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f7b4b96a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f7b4b96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f7b4b96a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f7b4b96a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f7b4b96a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f7b4b96a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f7b4b96a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f7b4b96a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B6D7A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D9EAD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Blinkit Sales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GB">
                <a:solidFill>
                  <a:schemeClr val="lt1"/>
                </a:solidFill>
              </a:rPr>
              <a:t>Excel project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835775" y="4437625"/>
            <a:ext cx="32685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lt1"/>
                </a:solidFill>
              </a:rPr>
              <a:t>Submitted by: S P Soorya Deva</a:t>
            </a:r>
            <a:endParaRPr sz="1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INTRODUCTION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•This project focuses on analyzing Blinkit customer orders and purchasing behavior using Microsoft Excel.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•The dashboard provides insights into customer segmentation, regional order distribution, registration trends, and average order values.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•Interactive visualizations help identify customer engagement patterns and operational performance across different areas.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OBJECTIVES OF THE STUDY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•To analyze total orders and customer activity across regions.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•To study customer segmentation patterns such as New, Premium, Regular, and Inactive customers.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•To compare average order values among different customer segments.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•To monitor registration trends over time.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•To build an interactive dashboard for business decision-making.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DATASET OVERVIEW</a:t>
            </a:r>
            <a:r>
              <a:rPr lang="en-GB" sz="1100">
                <a:solidFill>
                  <a:srgbClr val="000000"/>
                </a:solidFill>
              </a:rPr>
              <a:t>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•Customer information including customer_id and customer segment.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•Order details such as total orders and average order value.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•Area-wise order distribution data.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•Customer registration date and trend information.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•Data cleaned and transformed using Microsoft Excel.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KEY PERFORMANCE INDICATORS (KPI</a:t>
            </a:r>
            <a:r>
              <a:rPr lang="en-GB" sz="1800">
                <a:solidFill>
                  <a:srgbClr val="000000"/>
                </a:solidFill>
              </a:rPr>
              <a:t>s)</a:t>
            </a:r>
            <a:r>
              <a:rPr lang="en-GB" sz="1100">
                <a:solidFill>
                  <a:srgbClr val="000000"/>
                </a:solidFill>
              </a:rPr>
              <a:t> 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•Total Orders: 10,573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•Total Customers: 1,001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•Average Order Value: ₹1086.83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•Top Area by Orders: Orai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•Highest Customer Segment Participation: Inactive Segment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</a:rPr>
              <a:t>VISUALIZATIONS USED</a:t>
            </a:r>
            <a:r>
              <a:rPr lang="en-GB" sz="1100">
                <a:solidFill>
                  <a:srgbClr val="000000"/>
                </a:solidFill>
              </a:rPr>
              <a:t> 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•Pie Chart – Customer by Segment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•Bar Chart – Average Order Value by Customer Segment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•Horizontal Bar Chart – Total Orders by Area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•Line Chart – Registration Trend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•Cards – KPI Metrics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•Tables – Area-wise and Segment-wise Analysis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 title="Screenshot 2026-05-09 0917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•The Blinkit Excel dashboard successfully transforms raw transactional data into meaningful business insights.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•The dashboard helps understand customer behavior, regional performance, and sales trends.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•Interactive visuals improve analytical capabilities and support better business decisions.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•This project demonstrates the effectiveness of Microsoft Excel in retail and customer analytics.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R</a:t>
            </a:r>
            <a:r>
              <a:rPr lang="en-GB">
                <a:solidFill>
                  <a:schemeClr val="lt1"/>
                </a:solidFill>
              </a:rPr>
              <a:t>eferences</a:t>
            </a:r>
            <a:r>
              <a:rPr lang="en-GB">
                <a:solidFill>
                  <a:schemeClr val="lt1"/>
                </a:solidFill>
              </a:rPr>
              <a:t>: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3" name="Google Shape;103;p21" title="kaggle_logo_icon_16847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00" y="1617050"/>
            <a:ext cx="24384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1" title="Microsoft_Office_Excel_(2025–present)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3075" y="3069925"/>
            <a:ext cx="1493301" cy="144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000000"/>
                </a:solidFill>
              </a:rPr>
              <a:t>Suggestions :</a:t>
            </a:r>
            <a:endParaRPr sz="2500"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•Implement predictive analytics to forecast future order trends.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•Track customer retention and repeat purchases.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•Create product-level and category-level analysis dashboards.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•Develop mobile-friendly reports for business users.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•Integrate real-time order data for live monitoring.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THANKYOU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